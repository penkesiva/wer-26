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1 — Gesture-Driven Image Crop for Visual Q&amp;A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2296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1463040" cy="640080"/>
          </a:xfrm>
          <a:prstGeom prst="roundRect">
            <a:avLst>
              <a:gd name="adj" fmla="val 8571"/>
            </a:avLst>
          </a:prstGeom>
          <a:solidFill>
            <a:srgbClr val="E1EDF5"/>
          </a:solidFill>
          <a:ln w="19050">
            <a:solidFill>
              <a:srgbClr val="4A7A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691640"/>
            <a:ext cx="146304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Two-handed gesture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s visibility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2697480"/>
            <a:ext cx="1463040" cy="2834640"/>
          </a:xfrm>
          <a:prstGeom prst="roundRect">
            <a:avLst>
              <a:gd name="adj" fmla="val 5000"/>
            </a:avLst>
          </a:prstGeom>
          <a:solidFill>
            <a:srgbClr val="CFE4F5"/>
          </a:solidFill>
          <a:ln w="25400">
            <a:solidFill>
              <a:srgbClr val="3A6F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2743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6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3154680"/>
            <a:ext cx="1188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A6F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154680"/>
            <a:ext cx="11887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FPS buffer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3931920"/>
            <a:ext cx="1188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A6F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3931920"/>
            <a:ext cx="11887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Gesture + crop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· lock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4709160"/>
            <a:ext cx="1188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A6F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11887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 &amp; display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0" y="1005840"/>
            <a:ext cx="5212080" cy="4572000"/>
          </a:xfrm>
          <a:prstGeom prst="roundRect">
            <a:avLst>
              <a:gd name="adj" fmla="val 1600"/>
            </a:avLst>
          </a:prstGeom>
          <a:solidFill>
            <a:srgbClr val="FDE8CC"/>
          </a:solidFill>
          <a:ln w="25400">
            <a:solidFill>
              <a:srgbClr val="B86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0" y="10515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6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phone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468880" y="1554480"/>
            <a:ext cx="16459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B86A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68880" y="1554480"/>
            <a:ext cx="164592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assistant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Hotword · TTS · UI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97680" y="1508760"/>
            <a:ext cx="3017520" cy="2468880"/>
          </a:xfrm>
          <a:prstGeom prst="roundRect">
            <a:avLst>
              <a:gd name="adj" fmla="val 2963"/>
            </a:avLst>
          </a:prstGeom>
          <a:solidFill>
            <a:srgbClr val="E6DEF0"/>
          </a:solidFill>
          <a:ln w="25400">
            <a:solidFill>
              <a:srgbClr val="7E57C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0" y="1554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E5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SS-Glasses-Core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34840" y="1965960"/>
            <a:ext cx="12801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7E57C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34840" y="1965960"/>
            <a:ext cx="1280160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EventPolicy</a:t>
            </a:r>
            <a:endParaRPr lang="en-US" sz="10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· stability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52160" y="1965960"/>
            <a:ext cx="13258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7E57C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52160" y="1965960"/>
            <a:ext cx="1325880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EventOrch</a:t>
            </a:r>
            <a:endParaRPr lang="en-US" sz="10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· route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3017520"/>
            <a:ext cx="1783080" cy="777240"/>
          </a:xfrm>
          <a:prstGeom prst="roundRect">
            <a:avLst>
              <a:gd name="adj" fmla="val 7059"/>
            </a:avLst>
          </a:prstGeom>
          <a:solidFill>
            <a:srgbClr val="E0D5E8"/>
          </a:solidFill>
          <a:ln w="19050">
            <a:solidFill>
              <a:srgbClr val="7A5A9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3017520"/>
            <a:ext cx="178308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 SDK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· transport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937760" y="4297680"/>
            <a:ext cx="1783080" cy="822960"/>
          </a:xfrm>
          <a:prstGeom prst="roundRect">
            <a:avLst>
              <a:gd name="adj" fmla="val 6667"/>
            </a:avLst>
          </a:prstGeom>
          <a:solidFill>
            <a:srgbClr val="FAEAD4"/>
          </a:solidFill>
          <a:ln w="19050">
            <a:solidFill>
              <a:srgbClr val="B87A3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4297680"/>
            <a:ext cx="1783080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GG-Glasses-Core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session · auth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863840" y="2834640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D4C8E6"/>
          </a:solidFill>
          <a:ln w="19050">
            <a:solidFill>
              <a:srgbClr val="6B4EA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0" y="2834640"/>
            <a:ext cx="1828800" cy="10058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VLM / LLM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Q&amp;A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60120" y="1463040"/>
            <a:ext cx="0" cy="22860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" y="2331720"/>
            <a:ext cx="0" cy="82296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1737360" y="4251960"/>
            <a:ext cx="3200400" cy="-96012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651760" y="365760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5176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715000" y="224028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15000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H="1">
            <a:off x="6492240" y="2834640"/>
            <a:ext cx="-548640" cy="18288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6537960" y="274320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37960" y="2743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852160" y="3794760"/>
            <a:ext cx="0" cy="50292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532120" y="393192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3212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720840" y="4572000"/>
            <a:ext cx="1143000" cy="-105156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triangl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178040" y="429768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178040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452360" y="388620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5236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126480" y="393192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2648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 flipH="1">
            <a:off x="4937760" y="3383280"/>
            <a:ext cx="-3200400" cy="1645920"/>
          </a:xfrm>
          <a:prstGeom prst="line">
            <a:avLst/>
          </a:prstGeom>
          <a:noFill/>
          <a:ln w="25400">
            <a:solidFill>
              <a:srgbClr val="555555"/>
            </a:solidFill>
            <a:prstDash val="dash"/>
            <a:headEnd type="none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108960" y="411480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08960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17170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CFE4F5"/>
          </a:solidFill>
          <a:ln w="12700">
            <a:solidFill>
              <a:srgbClr val="3A6FA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17170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Glasses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49758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DE8CC"/>
          </a:solidFill>
          <a:ln w="12700">
            <a:solidFill>
              <a:srgbClr val="B86A2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49758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82346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E6DEF0"/>
          </a:solidFill>
          <a:ln w="12700">
            <a:solidFill>
              <a:srgbClr val="7E57C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2346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SS-Core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4934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E0D5E8"/>
          </a:solidFill>
          <a:ln w="12700">
            <a:solidFill>
              <a:srgbClr val="7A5A9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4934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OEM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47522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AEAD4"/>
          </a:solidFill>
          <a:ln w="12700">
            <a:solidFill>
              <a:srgbClr val="B87A3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47522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GG-Core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880110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D4C8E6"/>
          </a:solidFill>
          <a:ln w="12700">
            <a:solidFill>
              <a:srgbClr val="6B4EA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80110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9921240" y="1005840"/>
            <a:ext cx="2103120" cy="2743200"/>
          </a:xfrm>
          <a:prstGeom prst="roundRect">
            <a:avLst>
              <a:gd name="adj" fmla="val 2174"/>
            </a:avLst>
          </a:prstGeom>
          <a:solidFill>
            <a:srgbClr val="FAFAFA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92124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10058400" y="1417320"/>
            <a:ext cx="1828800" cy="2240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Gesture+crop → Orchestrator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Policy ↔ Orchestrator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Orch → OEM SDK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OEM → GG-Glasses-Core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GG-Core → Cloud VLM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Cloud VLM → GG-Core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GG-Core → OEM (response)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OEM → Mic &amp; display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2 — Mark Car Parking Spot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82296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691640"/>
            <a:ext cx="1463040" cy="640080"/>
          </a:xfrm>
          <a:prstGeom prst="roundRect">
            <a:avLst>
              <a:gd name="adj" fmla="val 8571"/>
            </a:avLst>
          </a:prstGeom>
          <a:solidFill>
            <a:srgbClr val="E1EDF5"/>
          </a:solidFill>
          <a:ln w="19050">
            <a:solidFill>
              <a:srgbClr val="4A7A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691640"/>
            <a:ext cx="146304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 &amp; walk away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· motion change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2697480"/>
            <a:ext cx="1463040" cy="2560320"/>
          </a:xfrm>
          <a:prstGeom prst="roundRect">
            <a:avLst>
              <a:gd name="adj" fmla="val 5000"/>
            </a:avLst>
          </a:prstGeom>
          <a:solidFill>
            <a:srgbClr val="CFE4F5"/>
          </a:solidFill>
          <a:ln w="25400">
            <a:solidFill>
              <a:srgbClr val="3A6F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743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6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108960"/>
            <a:ext cx="11887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3A6F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108960"/>
            <a:ext cx="1188720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4114800"/>
            <a:ext cx="11887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3A6F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114800"/>
            <a:ext cx="1188720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77440" y="1005840"/>
            <a:ext cx="7040880" cy="4937760"/>
          </a:xfrm>
          <a:prstGeom prst="roundRect">
            <a:avLst>
              <a:gd name="adj" fmla="val 1481"/>
            </a:avLst>
          </a:prstGeom>
          <a:solidFill>
            <a:srgbClr val="FDE8CC"/>
          </a:solidFill>
          <a:ln w="25400">
            <a:solidFill>
              <a:srgbClr val="B86A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77440" y="105156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6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phone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560320" y="1554480"/>
            <a:ext cx="1645920" cy="777240"/>
          </a:xfrm>
          <a:prstGeom prst="roundRect">
            <a:avLst>
              <a:gd name="adj" fmla="val 7059"/>
            </a:avLst>
          </a:prstGeom>
          <a:solidFill>
            <a:srgbClr val="FEF5C7"/>
          </a:solidFill>
          <a:ln w="19050">
            <a:solidFill>
              <a:srgbClr val="B890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0" y="1554480"/>
            <a:ext cx="164592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· GPS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89520" y="1554480"/>
            <a:ext cx="16459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B86A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0" y="1554480"/>
            <a:ext cx="164592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assistant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Hotword · GPS nudge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434840" y="1508760"/>
            <a:ext cx="3017520" cy="2377440"/>
          </a:xfrm>
          <a:prstGeom prst="roundRect">
            <a:avLst>
              <a:gd name="adj" fmla="val 3077"/>
            </a:avLst>
          </a:prstGeom>
          <a:solidFill>
            <a:srgbClr val="E6DEF0"/>
          </a:solidFill>
          <a:ln w="25400">
            <a:solidFill>
              <a:srgbClr val="7E57C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1554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E5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SS-Glasses-Core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26280" y="1965960"/>
            <a:ext cx="13258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7E57C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1965960"/>
            <a:ext cx="1325880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EventPolicy:Park</a:t>
            </a:r>
            <a:endParaRPr lang="en-US" sz="9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· timing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35040" y="1965960"/>
            <a:ext cx="13258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7E57C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35040" y="1965960"/>
            <a:ext cx="1325880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EventOrch:Park</a:t>
            </a:r>
            <a:endParaRPr lang="en-US" sz="9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· save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434840" y="4389120"/>
            <a:ext cx="1645920" cy="822960"/>
          </a:xfrm>
          <a:prstGeom prst="roundRect">
            <a:avLst>
              <a:gd name="adj" fmla="val 6667"/>
            </a:avLst>
          </a:prstGeom>
          <a:solidFill>
            <a:srgbClr val="D9EAD3"/>
          </a:solidFill>
          <a:ln w="19050">
            <a:solidFill>
              <a:srgbClr val="4E7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34840" y="4389120"/>
            <a:ext cx="1645920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VLM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+ OCR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675120" y="4297680"/>
            <a:ext cx="1737360" cy="164592"/>
          </a:xfrm>
          <a:prstGeom prst="ellipse">
            <a:avLst/>
          </a:prstGeom>
          <a:solidFill>
            <a:srgbClr val="F4D4C4"/>
          </a:solidFill>
          <a:ln w="19050">
            <a:solidFill>
              <a:srgbClr val="A85A3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75120" y="4379976"/>
            <a:ext cx="1737360" cy="841248"/>
          </a:xfrm>
          <a:prstGeom prst="rect">
            <a:avLst/>
          </a:prstGeom>
          <a:solidFill>
            <a:srgbClr val="F4D4C4"/>
          </a:solidFill>
          <a:ln w="19050">
            <a:solidFill>
              <a:srgbClr val="A85A3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75120" y="5138928"/>
            <a:ext cx="1737360" cy="164592"/>
          </a:xfrm>
          <a:prstGeom prst="ellipse">
            <a:avLst/>
          </a:prstGeom>
          <a:solidFill>
            <a:srgbClr val="F4D4C4"/>
          </a:solidFill>
          <a:ln w="19050">
            <a:solidFill>
              <a:srgbClr val="A85A3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0" y="4297680"/>
            <a:ext cx="1737360" cy="1005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Ambient-Memory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+ text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097280" y="1463040"/>
            <a:ext cx="0" cy="22860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1828800" y="2011680"/>
            <a:ext cx="731520" cy="-9144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206240" y="1920240"/>
            <a:ext cx="320040" cy="36576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160520" y="196596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6052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52160" y="2377440"/>
            <a:ext cx="182880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852160" y="283464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5216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103120" y="411480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03120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6720840" y="2377440"/>
            <a:ext cx="-5029200" cy="1143000"/>
          </a:xfrm>
          <a:prstGeom prst="line">
            <a:avLst/>
          </a:prstGeom>
          <a:noFill/>
          <a:ln w="25400">
            <a:solidFill>
              <a:srgbClr val="555555"/>
            </a:solidFill>
            <a:prstDash val="dash"/>
            <a:headEnd type="none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029200" y="274320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29200" y="2743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1691640" y="4023360"/>
            <a:ext cx="4343400" cy="-1417320"/>
          </a:xfrm>
          <a:prstGeom prst="line">
            <a:avLst/>
          </a:prstGeom>
          <a:noFill/>
          <a:ln w="25400">
            <a:solidFill>
              <a:srgbClr val="555555"/>
            </a:solidFill>
            <a:prstDash val="dash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657600" y="361188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H="1">
            <a:off x="6355080" y="2834640"/>
            <a:ext cx="-1325880" cy="155448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126480" y="361188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2648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 flipV="1">
            <a:off x="5029200" y="4389120"/>
            <a:ext cx="1645920" cy="-155448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5486400" y="370332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0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040880" y="2834640"/>
            <a:ext cx="274320" cy="146304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7178040" y="352044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7804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7955280" y="2331720"/>
            <a:ext cx="0" cy="196596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triangle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217170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CFE4F5"/>
          </a:solidFill>
          <a:ln w="12700">
            <a:solidFill>
              <a:srgbClr val="3A6FA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17170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Glasses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49758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DE8CC"/>
          </a:solidFill>
          <a:ln w="12700">
            <a:solidFill>
              <a:srgbClr val="B86A2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49758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82346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EF5C7"/>
          </a:solidFill>
          <a:ln w="12700">
            <a:solidFill>
              <a:srgbClr val="B8901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82346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14934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D9EAD3"/>
          </a:solidFill>
          <a:ln w="12700">
            <a:solidFill>
              <a:srgbClr val="4E7A3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4934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47522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4D4C4"/>
          </a:solidFill>
          <a:ln w="12700">
            <a:solidFill>
              <a:srgbClr val="A85A3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522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880110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E6DEF0"/>
          </a:solidFill>
          <a:ln w="12700">
            <a:solidFill>
              <a:srgbClr val="7E57C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80110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SS-Core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9921240" y="1005840"/>
            <a:ext cx="2103120" cy="2743200"/>
          </a:xfrm>
          <a:prstGeom prst="roundRect">
            <a:avLst>
              <a:gd name="adj" fmla="val 2174"/>
            </a:avLst>
          </a:prstGeom>
          <a:solidFill>
            <a:srgbClr val="FAFAFA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21240" y="1051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10058400" y="1417320"/>
            <a:ext cx="1828800" cy="2240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Sensors → Orch (context)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Policy ↔ Orch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Orch → Mic (audio cue)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Orch → Camera (capture)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Camera → Orch (frames)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Orch → On-device VLM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VLM → Orch (scene text)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Orch → Ambient-Memory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3 — Visual Food Logging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2296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55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783080"/>
            <a:ext cx="1554480" cy="3566160"/>
          </a:xfrm>
          <a:prstGeom prst="roundRect">
            <a:avLst>
              <a:gd name="adj" fmla="val 4706"/>
            </a:avLst>
          </a:prstGeom>
          <a:solidFill>
            <a:srgbClr val="CFE4F5"/>
          </a:solidFill>
          <a:ln w="25400">
            <a:solidFill>
              <a:srgbClr val="3A6F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6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11480" y="2240280"/>
            <a:ext cx="1280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3A6F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2240280"/>
            <a:ext cx="1280160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0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Policy-shaped capture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" y="3154680"/>
            <a:ext cx="12801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3A6F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154680"/>
            <a:ext cx="1280160" cy="10058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Understanding</a:t>
            </a:r>
            <a:endParaRPr lang="en-US" sz="9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Low-FPS · plates · café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4297680"/>
            <a:ext cx="12801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3A6F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4297680"/>
            <a:ext cx="1280160" cy="8686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 &amp; display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377440" y="1005840"/>
            <a:ext cx="5943600" cy="4846320"/>
          </a:xfrm>
          <a:prstGeom prst="roundRect">
            <a:avLst>
              <a:gd name="adj" fmla="val 1509"/>
            </a:avLst>
          </a:prstGeom>
          <a:solidFill>
            <a:srgbClr val="FDE8CC"/>
          </a:solidFill>
          <a:ln w="25400">
            <a:solidFill>
              <a:srgbClr val="B86A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77440" y="1051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6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phone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560320" y="1554480"/>
            <a:ext cx="16459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B86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0" y="1554480"/>
            <a:ext cx="164592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assistant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 recall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1554480"/>
            <a:ext cx="1371600" cy="777240"/>
          </a:xfrm>
          <a:prstGeom prst="roundRect">
            <a:avLst>
              <a:gd name="adj" fmla="val 7059"/>
            </a:avLst>
          </a:prstGeom>
          <a:solidFill>
            <a:srgbClr val="FEF5C7"/>
          </a:solidFill>
          <a:ln w="19050">
            <a:solidFill>
              <a:srgbClr val="B890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554480"/>
            <a:ext cx="137160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 windows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97880" y="1508760"/>
            <a:ext cx="2286000" cy="2468880"/>
          </a:xfrm>
          <a:prstGeom prst="roundRect">
            <a:avLst>
              <a:gd name="adj" fmla="val 3200"/>
            </a:avLst>
          </a:prstGeom>
          <a:solidFill>
            <a:srgbClr val="E6DEF0"/>
          </a:solidFill>
          <a:ln w="25400">
            <a:solidFill>
              <a:srgbClr val="7E57C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97880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E5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SS-Glasses-Core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89320" y="1965960"/>
            <a:ext cx="1051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9050">
            <a:solidFill>
              <a:srgbClr val="7E57C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89320" y="1965960"/>
            <a:ext cx="1051560" cy="9601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EventPolicy:Meal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· windows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132320" y="1965960"/>
            <a:ext cx="9601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9050">
            <a:solidFill>
              <a:srgbClr val="7E57C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0" y="1965960"/>
            <a:ext cx="960120" cy="9601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EventOrch:Meal</a:t>
            </a:r>
            <a:endParaRPr lang="en-US" sz="8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· save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4389120"/>
            <a:ext cx="1645920" cy="822960"/>
          </a:xfrm>
          <a:prstGeom prst="roundRect">
            <a:avLst>
              <a:gd name="adj" fmla="val 6667"/>
            </a:avLst>
          </a:prstGeom>
          <a:solidFill>
            <a:srgbClr val="D9EAD3"/>
          </a:solidFill>
          <a:ln w="19050">
            <a:solidFill>
              <a:srgbClr val="4E7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0" y="4389120"/>
            <a:ext cx="1645920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VLM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+ OCR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937760" y="4297680"/>
            <a:ext cx="1737360" cy="164592"/>
          </a:xfrm>
          <a:prstGeom prst="ellipse">
            <a:avLst/>
          </a:prstGeom>
          <a:solidFill>
            <a:srgbClr val="F4D4C4"/>
          </a:solidFill>
          <a:ln w="19050">
            <a:solidFill>
              <a:srgbClr val="A85A3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0" y="4379976"/>
            <a:ext cx="1737360" cy="841248"/>
          </a:xfrm>
          <a:prstGeom prst="rect">
            <a:avLst/>
          </a:prstGeom>
          <a:solidFill>
            <a:srgbClr val="F4D4C4"/>
          </a:solidFill>
          <a:ln w="19050">
            <a:solidFill>
              <a:srgbClr val="A85A3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37760" y="5138928"/>
            <a:ext cx="1737360" cy="164592"/>
          </a:xfrm>
          <a:prstGeom prst="ellipse">
            <a:avLst/>
          </a:prstGeom>
          <a:solidFill>
            <a:srgbClr val="F4D4C4"/>
          </a:solidFill>
          <a:ln w="19050">
            <a:solidFill>
              <a:srgbClr val="A85A3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0" y="4297680"/>
            <a:ext cx="1737360" cy="1005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Ambient-Memory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 entries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412480" y="2834640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0CDD9"/>
          </a:solidFill>
          <a:ln w="19050">
            <a:solidFill>
              <a:srgbClr val="A83A6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12480" y="2834640"/>
            <a:ext cx="1691640" cy="10058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 API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Calories · macros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51560" y="3063240"/>
            <a:ext cx="0" cy="9144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737360" y="3657600"/>
            <a:ext cx="4251960" cy="-128016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3200400" y="315468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0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74920" y="1920240"/>
            <a:ext cx="914400" cy="36576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532120" y="187452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321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2423160"/>
            <a:ext cx="91440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6903720" y="297180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03720" y="2971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7132320" y="2834640"/>
            <a:ext cx="-5394960" cy="1874520"/>
          </a:xfrm>
          <a:prstGeom prst="line">
            <a:avLst/>
          </a:prstGeom>
          <a:noFill/>
          <a:ln w="25400">
            <a:solidFill>
              <a:srgbClr val="555555"/>
            </a:solidFill>
            <a:prstDash val="dash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14800" y="402336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11480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103120" y="233172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103120" y="2331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103120" y="333756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0312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 flipH="1">
            <a:off x="7132320" y="2788920"/>
            <a:ext cx="-3749040" cy="160020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5486400" y="361188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 flipV="1">
            <a:off x="3383280" y="4389120"/>
            <a:ext cx="3749040" cy="-155448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4846320" y="379476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46320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8092440" y="2560320"/>
            <a:ext cx="320040" cy="54864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triangle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8229600" y="233172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229600" y="2331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8458200" y="324612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58200" y="3246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 flipH="1">
            <a:off x="7315200" y="2926080"/>
            <a:ext cx="-1508760" cy="141732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headEnd type="none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6400800" y="370332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555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400800" y="3703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150876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CFE4F5"/>
          </a:solidFill>
          <a:ln w="12700">
            <a:solidFill>
              <a:srgbClr val="3A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50876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Glasses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83464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DE8CC"/>
          </a:solidFill>
          <a:ln w="12700">
            <a:solidFill>
              <a:srgbClr val="B86A2B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83464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16052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EF5C7"/>
          </a:solidFill>
          <a:ln w="12700">
            <a:solidFill>
              <a:srgbClr val="B8901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16052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548640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D9EAD3"/>
          </a:solidFill>
          <a:ln w="12700">
            <a:solidFill>
              <a:srgbClr val="4E7A3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8640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681228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4D4C4"/>
          </a:solidFill>
          <a:ln w="12700">
            <a:solidFill>
              <a:srgbClr val="A85A3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81228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813816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E6DEF0"/>
          </a:solidFill>
          <a:ln w="12700">
            <a:solidFill>
              <a:srgbClr val="7E57C2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13816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SS-Core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464040" y="64008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0CDD9"/>
          </a:solidFill>
          <a:ln w="12700">
            <a:solidFill>
              <a:srgbClr val="A83A6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464040" y="64008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Nut-API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10241280" y="1005840"/>
            <a:ext cx="1783080" cy="4114800"/>
          </a:xfrm>
          <a:prstGeom prst="roundRect">
            <a:avLst>
              <a:gd name="adj" fmla="val 2564"/>
            </a:avLst>
          </a:prstGeom>
          <a:solidFill>
            <a:srgbClr val="FAFAFA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0241280" y="10515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10378440" y="1417320"/>
            <a:ext cx="1508760" cy="3611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Scene Understanding → Orch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Clock → Orch (time context)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Policy ↔ Orch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Orch → Mic (cue)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Orch → Camera (capture)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Camera → Orch (photo)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Orch → VLM (analyze)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VLM → Orch (text)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Orch → Nutrition API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Nutrition API → Orch</a:t>
            </a:r>
            <a:endParaRPr lang="en-US" sz="1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Orch → Ambient-Memory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Glasses + Mobile Component Diagrams</dc:title>
  <dc:subject>PptxGenJS Presentation</dc:subject>
  <dc:creator>Siva</dc:creator>
  <cp:lastModifiedBy>Siva</cp:lastModifiedBy>
  <cp:revision>1</cp:revision>
  <dcterms:created xsi:type="dcterms:W3CDTF">2026-05-18T04:03:09Z</dcterms:created>
  <dcterms:modified xsi:type="dcterms:W3CDTF">2026-05-18T04:03:09Z</dcterms:modified>
</cp:coreProperties>
</file>